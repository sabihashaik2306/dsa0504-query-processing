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Y(t)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Sheet1!$A$2:$A$80</c:f>
              <c:numCache>
                <c:formatCode>General</c:formatCode>
                <c:ptCount val="79"/>
                <c:pt idx="0">
                  <c:v>6.0110375192016363</c:v>
                </c:pt>
                <c:pt idx="1">
                  <c:v>4.7958139895461498</c:v>
                </c:pt>
                <c:pt idx="2">
                  <c:v>6.5524924551928416</c:v>
                </c:pt>
                <c:pt idx="3">
                  <c:v>6.4222750989922792</c:v>
                </c:pt>
                <c:pt idx="4">
                  <c:v>3.3811346969212996</c:v>
                </c:pt>
                <c:pt idx="5">
                  <c:v>3.8191793364138151</c:v>
                </c:pt>
                <c:pt idx="6">
                  <c:v>2.5399166010089624</c:v>
                </c:pt>
                <c:pt idx="7">
                  <c:v>3.9454220541626066</c:v>
                </c:pt>
                <c:pt idx="8">
                  <c:v>6.1628300196374868</c:v>
                </c:pt>
                <c:pt idx="9">
                  <c:v>5.0234588414040688</c:v>
                </c:pt>
                <c:pt idx="10">
                  <c:v>3.0624447681354097</c:v>
                </c:pt>
                <c:pt idx="11">
                  <c:v>5.7766976234319936</c:v>
                </c:pt>
                <c:pt idx="12">
                  <c:v>6.4516090827846746</c:v>
                </c:pt>
                <c:pt idx="13">
                  <c:v>4.1903940761054876</c:v>
                </c:pt>
                <c:pt idx="14">
                  <c:v>2.2882397695500085</c:v>
                </c:pt>
                <c:pt idx="15">
                  <c:v>3.0629087997118765</c:v>
                </c:pt>
                <c:pt idx="16">
                  <c:v>4.6042719473518003</c:v>
                </c:pt>
                <c:pt idx="17">
                  <c:v>4.9960749616081399</c:v>
                </c:pt>
                <c:pt idx="18">
                  <c:v>1.5708989406608234</c:v>
                </c:pt>
                <c:pt idx="19">
                  <c:v>2.4886859597877145</c:v>
                </c:pt>
                <c:pt idx="20">
                  <c:v>5.1928018333428616</c:v>
                </c:pt>
                <c:pt idx="21">
                  <c:v>1.9632966061236894</c:v>
                </c:pt>
                <c:pt idx="22">
                  <c:v>3.4337570766003269</c:v>
                </c:pt>
                <c:pt idx="23">
                  <c:v>0.87779412589125205</c:v>
                </c:pt>
                <c:pt idx="24">
                  <c:v>0.88452269035114672</c:v>
                </c:pt>
                <c:pt idx="25">
                  <c:v>-0.34282416571037366</c:v>
                </c:pt>
                <c:pt idx="26">
                  <c:v>-0.27441924815124286</c:v>
                </c:pt>
                <c:pt idx="27">
                  <c:v>3.3503531724886564</c:v>
                </c:pt>
                <c:pt idx="28">
                  <c:v>3.8247078827206851</c:v>
                </c:pt>
                <c:pt idx="29">
                  <c:v>1.0663309914458801</c:v>
                </c:pt>
                <c:pt idx="30">
                  <c:v>0.42451345199584511</c:v>
                </c:pt>
                <c:pt idx="31">
                  <c:v>4.0896111505499162</c:v>
                </c:pt>
                <c:pt idx="32">
                  <c:v>3.9757256369415792</c:v>
                </c:pt>
                <c:pt idx="33">
                  <c:v>5.8407870029315978</c:v>
                </c:pt>
                <c:pt idx="34">
                  <c:v>3.9292033256662977</c:v>
                </c:pt>
                <c:pt idx="35">
                  <c:v>3.6604362007903761</c:v>
                </c:pt>
                <c:pt idx="36">
                  <c:v>1.0378751920347653</c:v>
                </c:pt>
                <c:pt idx="37">
                  <c:v>-0.32081223728240682</c:v>
                </c:pt>
                <c:pt idx="38">
                  <c:v>1.9631519452187953</c:v>
                </c:pt>
                <c:pt idx="39">
                  <c:v>3.4601106466228213</c:v>
                </c:pt>
                <c:pt idx="40">
                  <c:v>2.1741088973550449</c:v>
                </c:pt>
                <c:pt idx="41">
                  <c:v>3.869926321191107</c:v>
                </c:pt>
                <c:pt idx="42">
                  <c:v>2.1855224086658493</c:v>
                </c:pt>
                <c:pt idx="43">
                  <c:v>1.8238151313835369</c:v>
                </c:pt>
                <c:pt idx="44">
                  <c:v>4.2348265586381846</c:v>
                </c:pt>
                <c:pt idx="45">
                  <c:v>6.2814201228951054</c:v>
                </c:pt>
                <c:pt idx="46">
                  <c:v>5.3027588033464106</c:v>
                </c:pt>
                <c:pt idx="47">
                  <c:v>2.9416579297329095</c:v>
                </c:pt>
                <c:pt idx="48">
                  <c:v>2.1231537575652011</c:v>
                </c:pt>
                <c:pt idx="49">
                  <c:v>1.725684388777504</c:v>
                </c:pt>
                <c:pt idx="50">
                  <c:v>0.19729419237920598</c:v>
                </c:pt>
                <c:pt idx="51">
                  <c:v>2.867670566769708</c:v>
                </c:pt>
                <c:pt idx="52">
                  <c:v>4.4618324050185558</c:v>
                </c:pt>
                <c:pt idx="53">
                  <c:v>5.4125365222998072</c:v>
                </c:pt>
                <c:pt idx="54">
                  <c:v>7.3439344894666663</c:v>
                </c:pt>
                <c:pt idx="55">
                  <c:v>3.3669721227428377</c:v>
                </c:pt>
                <c:pt idx="56">
                  <c:v>6.3142461481849432</c:v>
                </c:pt>
                <c:pt idx="57">
                  <c:v>4.8596603639287794</c:v>
                </c:pt>
                <c:pt idx="58">
                  <c:v>7.1265805051214661</c:v>
                </c:pt>
                <c:pt idx="59">
                  <c:v>3.5434097242062732</c:v>
                </c:pt>
                <c:pt idx="60">
                  <c:v>1.4145343419599528</c:v>
                </c:pt>
                <c:pt idx="61">
                  <c:v>-0.32694868031358737</c:v>
                </c:pt>
                <c:pt idx="62">
                  <c:v>0.78285234133259651</c:v>
                </c:pt>
                <c:pt idx="63">
                  <c:v>2.1209038935581441</c:v>
                </c:pt>
                <c:pt idx="64">
                  <c:v>3.6380292564246828</c:v>
                </c:pt>
                <c:pt idx="65">
                  <c:v>6.1982639305827592</c:v>
                </c:pt>
                <c:pt idx="66">
                  <c:v>2.6745395957040952</c:v>
                </c:pt>
                <c:pt idx="67">
                  <c:v>4.5885848680681978</c:v>
                </c:pt>
                <c:pt idx="68">
                  <c:v>6.9329280694016164</c:v>
                </c:pt>
                <c:pt idx="69">
                  <c:v>4.2826192683494186</c:v>
                </c:pt>
                <c:pt idx="70">
                  <c:v>5.3949529656975317</c:v>
                </c:pt>
                <c:pt idx="71">
                  <c:v>2.8449604455197717</c:v>
                </c:pt>
                <c:pt idx="72">
                  <c:v>3.4866263690303443</c:v>
                </c:pt>
                <c:pt idx="73">
                  <c:v>5.6489950517183418</c:v>
                </c:pt>
                <c:pt idx="74">
                  <c:v>2.6305027189938954</c:v>
                </c:pt>
                <c:pt idx="75">
                  <c:v>6.2206083055038057</c:v>
                </c:pt>
                <c:pt idx="76">
                  <c:v>5.5981358557824636</c:v>
                </c:pt>
                <c:pt idx="77">
                  <c:v>7.3756957094494391</c:v>
                </c:pt>
                <c:pt idx="78">
                  <c:v>5.460574858899478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>4.7958139895461498</c:v>
                </c:pt>
                <c:pt idx="1">
                  <c:v>6.5524924551928416</c:v>
                </c:pt>
                <c:pt idx="2">
                  <c:v>6.4222750989922792</c:v>
                </c:pt>
                <c:pt idx="3">
                  <c:v>3.3811346969212996</c:v>
                </c:pt>
                <c:pt idx="4">
                  <c:v>3.8191793364138151</c:v>
                </c:pt>
                <c:pt idx="5">
                  <c:v>2.5399166010089624</c:v>
                </c:pt>
                <c:pt idx="6">
                  <c:v>3.9454220541626066</c:v>
                </c:pt>
                <c:pt idx="7">
                  <c:v>6.1628300196374868</c:v>
                </c:pt>
                <c:pt idx="8">
                  <c:v>5.0234588414040688</c:v>
                </c:pt>
                <c:pt idx="9">
                  <c:v>3.0624447681354097</c:v>
                </c:pt>
                <c:pt idx="10">
                  <c:v>5.7766976234319936</c:v>
                </c:pt>
                <c:pt idx="11">
                  <c:v>6.4516090827846746</c:v>
                </c:pt>
                <c:pt idx="12">
                  <c:v>4.1903940761054876</c:v>
                </c:pt>
                <c:pt idx="13">
                  <c:v>2.2882397695500085</c:v>
                </c:pt>
                <c:pt idx="14">
                  <c:v>3.0629087997118765</c:v>
                </c:pt>
                <c:pt idx="15">
                  <c:v>4.6042719473518003</c:v>
                </c:pt>
                <c:pt idx="16">
                  <c:v>4.9960749616081399</c:v>
                </c:pt>
                <c:pt idx="17">
                  <c:v>1.5708989406608234</c:v>
                </c:pt>
                <c:pt idx="18">
                  <c:v>2.4886859597877145</c:v>
                </c:pt>
                <c:pt idx="19">
                  <c:v>5.1928018333428616</c:v>
                </c:pt>
                <c:pt idx="20">
                  <c:v>1.9632966061236894</c:v>
                </c:pt>
                <c:pt idx="21">
                  <c:v>3.4337570766003269</c:v>
                </c:pt>
                <c:pt idx="22">
                  <c:v>0.87779412589125205</c:v>
                </c:pt>
                <c:pt idx="23">
                  <c:v>0.88452269035114672</c:v>
                </c:pt>
                <c:pt idx="24">
                  <c:v>-0.34282416571037366</c:v>
                </c:pt>
                <c:pt idx="25">
                  <c:v>-0.27441924815124286</c:v>
                </c:pt>
                <c:pt idx="26">
                  <c:v>3.3503531724886564</c:v>
                </c:pt>
                <c:pt idx="27">
                  <c:v>3.8247078827206851</c:v>
                </c:pt>
                <c:pt idx="28">
                  <c:v>1.0663309914458801</c:v>
                </c:pt>
                <c:pt idx="29">
                  <c:v>0.42451345199584511</c:v>
                </c:pt>
                <c:pt idx="30">
                  <c:v>4.0896111505499162</c:v>
                </c:pt>
                <c:pt idx="31">
                  <c:v>3.9757256369415792</c:v>
                </c:pt>
                <c:pt idx="32">
                  <c:v>5.8407870029315978</c:v>
                </c:pt>
                <c:pt idx="33">
                  <c:v>3.9292033256662977</c:v>
                </c:pt>
                <c:pt idx="34">
                  <c:v>3.6604362007903761</c:v>
                </c:pt>
                <c:pt idx="35">
                  <c:v>1.0378751920347653</c:v>
                </c:pt>
                <c:pt idx="36">
                  <c:v>-0.32081223728240682</c:v>
                </c:pt>
                <c:pt idx="37">
                  <c:v>1.9631519452187953</c:v>
                </c:pt>
                <c:pt idx="38">
                  <c:v>3.4601106466228213</c:v>
                </c:pt>
                <c:pt idx="39">
                  <c:v>2.1741088973550449</c:v>
                </c:pt>
                <c:pt idx="40">
                  <c:v>3.869926321191107</c:v>
                </c:pt>
                <c:pt idx="41">
                  <c:v>2.1855224086658493</c:v>
                </c:pt>
                <c:pt idx="42">
                  <c:v>1.8238151313835369</c:v>
                </c:pt>
                <c:pt idx="43">
                  <c:v>4.2348265586381846</c:v>
                </c:pt>
                <c:pt idx="44">
                  <c:v>6.2814201228951054</c:v>
                </c:pt>
                <c:pt idx="45">
                  <c:v>5.3027588033464106</c:v>
                </c:pt>
                <c:pt idx="46">
                  <c:v>2.9416579297329095</c:v>
                </c:pt>
                <c:pt idx="47">
                  <c:v>2.1231537575652011</c:v>
                </c:pt>
                <c:pt idx="48">
                  <c:v>1.725684388777504</c:v>
                </c:pt>
                <c:pt idx="49">
                  <c:v>0.19729419237920598</c:v>
                </c:pt>
                <c:pt idx="50">
                  <c:v>2.867670566769708</c:v>
                </c:pt>
                <c:pt idx="51">
                  <c:v>4.4618324050185558</c:v>
                </c:pt>
                <c:pt idx="52">
                  <c:v>5.4125365222998072</c:v>
                </c:pt>
                <c:pt idx="53">
                  <c:v>7.3439344894666663</c:v>
                </c:pt>
                <c:pt idx="54">
                  <c:v>3.3669721227428377</c:v>
                </c:pt>
                <c:pt idx="55">
                  <c:v>6.3142461481849432</c:v>
                </c:pt>
                <c:pt idx="56">
                  <c:v>4.8596603639287794</c:v>
                </c:pt>
                <c:pt idx="57">
                  <c:v>7.1265805051214661</c:v>
                </c:pt>
                <c:pt idx="58">
                  <c:v>3.5434097242062732</c:v>
                </c:pt>
                <c:pt idx="59">
                  <c:v>1.4145343419599528</c:v>
                </c:pt>
                <c:pt idx="60">
                  <c:v>-0.32694868031358737</c:v>
                </c:pt>
                <c:pt idx="61">
                  <c:v>0.78285234133259651</c:v>
                </c:pt>
                <c:pt idx="62">
                  <c:v>2.1209038935581441</c:v>
                </c:pt>
                <c:pt idx="63">
                  <c:v>3.6380292564246828</c:v>
                </c:pt>
                <c:pt idx="64">
                  <c:v>6.1982639305827592</c:v>
                </c:pt>
                <c:pt idx="65">
                  <c:v>2.6745395957040952</c:v>
                </c:pt>
                <c:pt idx="66">
                  <c:v>4.5885848680681978</c:v>
                </c:pt>
                <c:pt idx="67">
                  <c:v>6.9329280694016164</c:v>
                </c:pt>
                <c:pt idx="68">
                  <c:v>4.2826192683494186</c:v>
                </c:pt>
                <c:pt idx="69">
                  <c:v>5.3949529656975317</c:v>
                </c:pt>
                <c:pt idx="70">
                  <c:v>2.8449604455197717</c:v>
                </c:pt>
                <c:pt idx="71">
                  <c:v>3.4866263690303443</c:v>
                </c:pt>
                <c:pt idx="72">
                  <c:v>5.6489950517183418</c:v>
                </c:pt>
                <c:pt idx="73">
                  <c:v>2.6305027189938954</c:v>
                </c:pt>
                <c:pt idx="74">
                  <c:v>6.2206083055038057</c:v>
                </c:pt>
                <c:pt idx="75">
                  <c:v>5.5981358557824636</c:v>
                </c:pt>
                <c:pt idx="76">
                  <c:v>7.3756957094494391</c:v>
                </c:pt>
                <c:pt idx="77">
                  <c:v>5.460574858899478</c:v>
                </c:pt>
                <c:pt idx="78">
                  <c:v>5.2740343172995354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555-4857-A9A4-38F961D0B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9D9E8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C9D9E8"/>
                    </a:solidFill>
                    <a:latin typeface="Arial"/>
                  </a:rPr>
                  <a:t>Y(t−1)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3E5C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6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E3E6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9D9E8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C9D9E8"/>
                    </a:solidFill>
                    <a:latin typeface="Arial"/>
                  </a:rPr>
                  <a:t>Y(t)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3E5C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6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21295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1295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Y(t)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6</c:v>
                </c:pt>
                <c:pt idx="3">
                  <c:v>9</c:v>
                </c:pt>
                <c:pt idx="4">
                  <c:v>8</c:v>
                </c:pt>
                <c:pt idx="5">
                  <c:v>11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</c:v>
                </c:pt>
                <c:pt idx="2">
                  <c:v>9</c:v>
                </c:pt>
                <c:pt idx="3">
                  <c:v>8</c:v>
                </c:pt>
                <c:pt idx="4">
                  <c:v>11</c:v>
                </c:pt>
                <c:pt idx="5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98F-405A-AB61-6726E61EE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C7D2D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C7D2D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Y(t)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Sheet1!$A$2:$A$70</c:f>
              <c:numCache>
                <c:formatCode>General</c:formatCode>
                <c:ptCount val="69"/>
                <c:pt idx="0">
                  <c:v>7.2022678377106786</c:v>
                </c:pt>
                <c:pt idx="1">
                  <c:v>0.38662160513922572</c:v>
                </c:pt>
                <c:pt idx="2">
                  <c:v>4.561921926215291</c:v>
                </c:pt>
                <c:pt idx="3">
                  <c:v>0.74928009649738669</c:v>
                </c:pt>
                <c:pt idx="4">
                  <c:v>7.630053898319602</c:v>
                </c:pt>
                <c:pt idx="5">
                  <c:v>4.8118041781708598</c:v>
                </c:pt>
                <c:pt idx="6">
                  <c:v>4.8672957462258637</c:v>
                </c:pt>
                <c:pt idx="7">
                  <c:v>1.6180056659504771</c:v>
                </c:pt>
                <c:pt idx="8">
                  <c:v>2.632562683429569</c:v>
                </c:pt>
                <c:pt idx="9">
                  <c:v>5.5260722455568612</c:v>
                </c:pt>
                <c:pt idx="10">
                  <c:v>1.9491625181399286</c:v>
                </c:pt>
                <c:pt idx="11">
                  <c:v>0.83592881681397557</c:v>
                </c:pt>
                <c:pt idx="12">
                  <c:v>7.1378739108331501</c:v>
                </c:pt>
                <c:pt idx="13">
                  <c:v>4.7672803862951696</c:v>
                </c:pt>
                <c:pt idx="14">
                  <c:v>7.937320580240339</c:v>
                </c:pt>
                <c:pt idx="15">
                  <c:v>8.7977332691662014</c:v>
                </c:pt>
                <c:pt idx="16">
                  <c:v>3.236236663069576</c:v>
                </c:pt>
                <c:pt idx="17">
                  <c:v>6.9058139459230006</c:v>
                </c:pt>
                <c:pt idx="18">
                  <c:v>2.8674706909805536</c:v>
                </c:pt>
                <c:pt idx="19">
                  <c:v>6.721404236741364</c:v>
                </c:pt>
                <c:pt idx="20">
                  <c:v>5.2642857749015093</c:v>
                </c:pt>
                <c:pt idx="21">
                  <c:v>8.3173384820111096</c:v>
                </c:pt>
                <c:pt idx="22">
                  <c:v>5.3994711581617594</c:v>
                </c:pt>
                <c:pt idx="23">
                  <c:v>0.11605951003730297</c:v>
                </c:pt>
                <c:pt idx="24">
                  <c:v>8.7735436647199094</c:v>
                </c:pt>
                <c:pt idx="25">
                  <c:v>3.1039701169356704</c:v>
                </c:pt>
                <c:pt idx="26">
                  <c:v>9.3682180834002793</c:v>
                </c:pt>
                <c:pt idx="27">
                  <c:v>7.6936922967433929</c:v>
                </c:pt>
                <c:pt idx="28">
                  <c:v>4.2058027791790664</c:v>
                </c:pt>
                <c:pt idx="29">
                  <c:v>7.146840812638402</c:v>
                </c:pt>
                <c:pt idx="30">
                  <c:v>1.5433196071535349</c:v>
                </c:pt>
                <c:pt idx="31">
                  <c:v>3.6792328604497015</c:v>
                </c:pt>
                <c:pt idx="32">
                  <c:v>7.226993206422776</c:v>
                </c:pt>
                <c:pt idx="33">
                  <c:v>1.4405946712940931E-2</c:v>
                </c:pt>
                <c:pt idx="34">
                  <c:v>8.3558196201920509E-2</c:v>
                </c:pt>
                <c:pt idx="35">
                  <c:v>4.7830919595435262</c:v>
                </c:pt>
                <c:pt idx="36">
                  <c:v>8.6307556671090424</c:v>
                </c:pt>
                <c:pt idx="37">
                  <c:v>6.0297161852940917</c:v>
                </c:pt>
                <c:pt idx="38">
                  <c:v>6.8206474068574607</c:v>
                </c:pt>
                <c:pt idx="39">
                  <c:v>7.8631268884055316</c:v>
                </c:pt>
                <c:pt idx="40">
                  <c:v>5.8436015690676868</c:v>
                </c:pt>
                <c:pt idx="41">
                  <c:v>5.8177014230750501</c:v>
                </c:pt>
                <c:pt idx="42">
                  <c:v>0.70918954908847809</c:v>
                </c:pt>
                <c:pt idx="43">
                  <c:v>3.7229516031220555</c:v>
                </c:pt>
                <c:pt idx="44">
                  <c:v>5.3093075123615563</c:v>
                </c:pt>
                <c:pt idx="45">
                  <c:v>8.3852055529132485</c:v>
                </c:pt>
                <c:pt idx="46">
                  <c:v>4.1298561822623014</c:v>
                </c:pt>
                <c:pt idx="47">
                  <c:v>4.6396624436601996</c:v>
                </c:pt>
                <c:pt idx="48">
                  <c:v>4.9676062003709376</c:v>
                </c:pt>
                <c:pt idx="49">
                  <c:v>5.7088131434284151</c:v>
                </c:pt>
                <c:pt idx="50">
                  <c:v>7.7608106448315084</c:v>
                </c:pt>
                <c:pt idx="51">
                  <c:v>8.5544444317929447</c:v>
                </c:pt>
                <c:pt idx="52">
                  <c:v>6.6460220795124769</c:v>
                </c:pt>
                <c:pt idx="53">
                  <c:v>3.7228905828669667</c:v>
                </c:pt>
                <c:pt idx="54">
                  <c:v>6.8895552167668939</c:v>
                </c:pt>
                <c:pt idx="55">
                  <c:v>6.9984963932074606</c:v>
                </c:pt>
                <c:pt idx="56">
                  <c:v>4.662941787391901</c:v>
                </c:pt>
                <c:pt idx="57">
                  <c:v>9.7880478436127305</c:v>
                </c:pt>
                <c:pt idx="58">
                  <c:v>8.8074946776032448</c:v>
                </c:pt>
                <c:pt idx="59">
                  <c:v>7.126170767005533</c:v>
                </c:pt>
                <c:pt idx="60">
                  <c:v>6.7712101945653558</c:v>
                </c:pt>
                <c:pt idx="61">
                  <c:v>9.5261471858248115</c:v>
                </c:pt>
                <c:pt idx="62">
                  <c:v>7.651696065440774</c:v>
                </c:pt>
                <c:pt idx="63">
                  <c:v>0.56889390340074897</c:v>
                </c:pt>
                <c:pt idx="64">
                  <c:v>0.66151794977486134</c:v>
                </c:pt>
                <c:pt idx="65">
                  <c:v>5.3759288438595831</c:v>
                </c:pt>
                <c:pt idx="66">
                  <c:v>8.655052378308028</c:v>
                </c:pt>
                <c:pt idx="67">
                  <c:v>3.4482598397880793</c:v>
                </c:pt>
                <c:pt idx="68">
                  <c:v>5.4019555589184165</c:v>
                </c:pt>
              </c:numCache>
            </c:numRef>
          </c:xVal>
          <c:yVal>
            <c:numRef>
              <c:f>Sheet1!$B$2:$B$70</c:f>
              <c:numCache>
                <c:formatCode>General</c:formatCode>
                <c:ptCount val="69"/>
                <c:pt idx="0">
                  <c:v>0.38662160513922572</c:v>
                </c:pt>
                <c:pt idx="1">
                  <c:v>4.561921926215291</c:v>
                </c:pt>
                <c:pt idx="2">
                  <c:v>0.74928009649738669</c:v>
                </c:pt>
                <c:pt idx="3">
                  <c:v>7.630053898319602</c:v>
                </c:pt>
                <c:pt idx="4">
                  <c:v>4.8118041781708598</c:v>
                </c:pt>
                <c:pt idx="5">
                  <c:v>4.8672957462258637</c:v>
                </c:pt>
                <c:pt idx="6">
                  <c:v>1.6180056659504771</c:v>
                </c:pt>
                <c:pt idx="7">
                  <c:v>2.632562683429569</c:v>
                </c:pt>
                <c:pt idx="8">
                  <c:v>5.5260722455568612</c:v>
                </c:pt>
                <c:pt idx="9">
                  <c:v>1.9491625181399286</c:v>
                </c:pt>
                <c:pt idx="10">
                  <c:v>0.83592881681397557</c:v>
                </c:pt>
                <c:pt idx="11">
                  <c:v>7.1378739108331501</c:v>
                </c:pt>
                <c:pt idx="12">
                  <c:v>4.7672803862951696</c:v>
                </c:pt>
                <c:pt idx="13">
                  <c:v>7.937320580240339</c:v>
                </c:pt>
                <c:pt idx="14">
                  <c:v>8.7977332691662014</c:v>
                </c:pt>
                <c:pt idx="15">
                  <c:v>3.236236663069576</c:v>
                </c:pt>
                <c:pt idx="16">
                  <c:v>6.9058139459230006</c:v>
                </c:pt>
                <c:pt idx="17">
                  <c:v>2.8674706909805536</c:v>
                </c:pt>
                <c:pt idx="18">
                  <c:v>6.721404236741364</c:v>
                </c:pt>
                <c:pt idx="19">
                  <c:v>5.2642857749015093</c:v>
                </c:pt>
                <c:pt idx="20">
                  <c:v>8.3173384820111096</c:v>
                </c:pt>
                <c:pt idx="21">
                  <c:v>5.3994711581617594</c:v>
                </c:pt>
                <c:pt idx="22">
                  <c:v>0.11605951003730297</c:v>
                </c:pt>
                <c:pt idx="23">
                  <c:v>8.7735436647199094</c:v>
                </c:pt>
                <c:pt idx="24">
                  <c:v>3.1039701169356704</c:v>
                </c:pt>
                <c:pt idx="25">
                  <c:v>9.3682180834002793</c:v>
                </c:pt>
                <c:pt idx="26">
                  <c:v>7.6936922967433929</c:v>
                </c:pt>
                <c:pt idx="27">
                  <c:v>4.2058027791790664</c:v>
                </c:pt>
                <c:pt idx="28">
                  <c:v>7.146840812638402</c:v>
                </c:pt>
                <c:pt idx="29">
                  <c:v>1.5433196071535349</c:v>
                </c:pt>
                <c:pt idx="30">
                  <c:v>3.6792328604497015</c:v>
                </c:pt>
                <c:pt idx="31">
                  <c:v>7.226993206422776</c:v>
                </c:pt>
                <c:pt idx="32">
                  <c:v>1.4405946712940931E-2</c:v>
                </c:pt>
                <c:pt idx="33">
                  <c:v>8.3558196201920509E-2</c:v>
                </c:pt>
                <c:pt idx="34">
                  <c:v>4.7830919595435262</c:v>
                </c:pt>
                <c:pt idx="35">
                  <c:v>8.6307556671090424</c:v>
                </c:pt>
                <c:pt idx="36">
                  <c:v>6.0297161852940917</c:v>
                </c:pt>
                <c:pt idx="37">
                  <c:v>6.8206474068574607</c:v>
                </c:pt>
                <c:pt idx="38">
                  <c:v>7.8631268884055316</c:v>
                </c:pt>
                <c:pt idx="39">
                  <c:v>5.8436015690676868</c:v>
                </c:pt>
                <c:pt idx="40">
                  <c:v>5.8177014230750501</c:v>
                </c:pt>
                <c:pt idx="41">
                  <c:v>0.70918954908847809</c:v>
                </c:pt>
                <c:pt idx="42">
                  <c:v>3.7229516031220555</c:v>
                </c:pt>
                <c:pt idx="43">
                  <c:v>5.3093075123615563</c:v>
                </c:pt>
                <c:pt idx="44">
                  <c:v>8.3852055529132485</c:v>
                </c:pt>
                <c:pt idx="45">
                  <c:v>4.1298561822623014</c:v>
                </c:pt>
                <c:pt idx="46">
                  <c:v>4.6396624436601996</c:v>
                </c:pt>
                <c:pt idx="47">
                  <c:v>4.9676062003709376</c:v>
                </c:pt>
                <c:pt idx="48">
                  <c:v>5.7088131434284151</c:v>
                </c:pt>
                <c:pt idx="49">
                  <c:v>7.7608106448315084</c:v>
                </c:pt>
                <c:pt idx="50">
                  <c:v>8.5544444317929447</c:v>
                </c:pt>
                <c:pt idx="51">
                  <c:v>6.6460220795124769</c:v>
                </c:pt>
                <c:pt idx="52">
                  <c:v>3.7228905828669667</c:v>
                </c:pt>
                <c:pt idx="53">
                  <c:v>6.8895552167668939</c:v>
                </c:pt>
                <c:pt idx="54">
                  <c:v>6.9984963932074606</c:v>
                </c:pt>
                <c:pt idx="55">
                  <c:v>4.662941787391901</c:v>
                </c:pt>
                <c:pt idx="56">
                  <c:v>9.7880478436127305</c:v>
                </c:pt>
                <c:pt idx="57">
                  <c:v>8.8074946776032448</c:v>
                </c:pt>
                <c:pt idx="58">
                  <c:v>7.126170767005533</c:v>
                </c:pt>
                <c:pt idx="59">
                  <c:v>6.7712101945653558</c:v>
                </c:pt>
                <c:pt idx="60">
                  <c:v>9.5261471858248115</c:v>
                </c:pt>
                <c:pt idx="61">
                  <c:v>7.651696065440774</c:v>
                </c:pt>
                <c:pt idx="62">
                  <c:v>0.56889390340074897</c:v>
                </c:pt>
                <c:pt idx="63">
                  <c:v>0.66151794977486134</c:v>
                </c:pt>
                <c:pt idx="64">
                  <c:v>5.3759288438595831</c:v>
                </c:pt>
                <c:pt idx="65">
                  <c:v>8.655052378308028</c:v>
                </c:pt>
                <c:pt idx="66">
                  <c:v>3.4482598397880793</c:v>
                </c:pt>
                <c:pt idx="67">
                  <c:v>5.4019555589184165</c:v>
                </c:pt>
                <c:pt idx="68">
                  <c:v>2.8992992336861789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4B6-4EFC-94B7-75E847D9F5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Y(t)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Sheet1!$A$2:$A$70</c:f>
              <c:numCache>
                <c:formatCode>General</c:formatCode>
                <c:ptCount val="69"/>
                <c:pt idx="0">
                  <c:v>0.5569522291887552</c:v>
                </c:pt>
                <c:pt idx="1">
                  <c:v>0.46581545640015976</c:v>
                </c:pt>
                <c:pt idx="2">
                  <c:v>0.62816191129398069</c:v>
                </c:pt>
                <c:pt idx="3">
                  <c:v>0.74550267715007645</c:v>
                </c:pt>
                <c:pt idx="4">
                  <c:v>1.0277411515247079</c:v>
                </c:pt>
                <c:pt idx="5">
                  <c:v>0.97420043603694073</c:v>
                </c:pt>
                <c:pt idx="6">
                  <c:v>0.8167257186366198</c:v>
                </c:pt>
                <c:pt idx="7">
                  <c:v>1.1991395929379665</c:v>
                </c:pt>
                <c:pt idx="8">
                  <c:v>1.3845989299263726</c:v>
                </c:pt>
                <c:pt idx="9">
                  <c:v>1.4194248808979799</c:v>
                </c:pt>
                <c:pt idx="10">
                  <c:v>1.5589967259972533</c:v>
                </c:pt>
                <c:pt idx="11">
                  <c:v>1.9040622395361921</c:v>
                </c:pt>
                <c:pt idx="12">
                  <c:v>1.7871885624848824</c:v>
                </c:pt>
                <c:pt idx="13">
                  <c:v>2.0514839816239876</c:v>
                </c:pt>
                <c:pt idx="14">
                  <c:v>2.1914913513574619</c:v>
                </c:pt>
                <c:pt idx="15">
                  <c:v>2.0060630361962497</c:v>
                </c:pt>
                <c:pt idx="16">
                  <c:v>2.1274118957642623</c:v>
                </c:pt>
                <c:pt idx="17">
                  <c:v>2.3120344118474616</c:v>
                </c:pt>
                <c:pt idx="18">
                  <c:v>2.5131522722229298</c:v>
                </c:pt>
                <c:pt idx="19">
                  <c:v>2.6318355801592763</c:v>
                </c:pt>
                <c:pt idx="20">
                  <c:v>2.8810972282340899</c:v>
                </c:pt>
                <c:pt idx="21">
                  <c:v>2.7405437297916699</c:v>
                </c:pt>
                <c:pt idx="22">
                  <c:v>3.1352763618984385</c:v>
                </c:pt>
                <c:pt idx="23">
                  <c:v>3.2626870683566156</c:v>
                </c:pt>
                <c:pt idx="24">
                  <c:v>3.2941846292614212</c:v>
                </c:pt>
                <c:pt idx="25">
                  <c:v>3.6712594547502659</c:v>
                </c:pt>
                <c:pt idx="26">
                  <c:v>3.7867938603237645</c:v>
                </c:pt>
                <c:pt idx="27">
                  <c:v>3.890622399928795</c:v>
                </c:pt>
                <c:pt idx="28">
                  <c:v>3.7450976370365732</c:v>
                </c:pt>
                <c:pt idx="29">
                  <c:v>4.0411193921347026</c:v>
                </c:pt>
                <c:pt idx="30">
                  <c:v>3.9530634828895552</c:v>
                </c:pt>
                <c:pt idx="31">
                  <c:v>3.9513932962951075</c:v>
                </c:pt>
                <c:pt idx="32">
                  <c:v>4.4821159216810615</c:v>
                </c:pt>
                <c:pt idx="33">
                  <c:v>4.7707077064982268</c:v>
                </c:pt>
                <c:pt idx="34">
                  <c:v>4.4966374918327787</c:v>
                </c:pt>
                <c:pt idx="35">
                  <c:v>4.5127519101531863</c:v>
                </c:pt>
                <c:pt idx="36">
                  <c:v>4.9917684656971772</c:v>
                </c:pt>
                <c:pt idx="37">
                  <c:v>4.8979168828364159</c:v>
                </c:pt>
                <c:pt idx="38">
                  <c:v>5.1369634159084949</c:v>
                </c:pt>
                <c:pt idx="39">
                  <c:v>5.2828512751692367</c:v>
                </c:pt>
                <c:pt idx="40">
                  <c:v>5.5714457719643109</c:v>
                </c:pt>
                <c:pt idx="41">
                  <c:v>5.284503306919059</c:v>
                </c:pt>
                <c:pt idx="42">
                  <c:v>5.8140494332139054</c:v>
                </c:pt>
                <c:pt idx="43">
                  <c:v>5.9428746932672922</c:v>
                </c:pt>
                <c:pt idx="44">
                  <c:v>5.8079688123125699</c:v>
                </c:pt>
                <c:pt idx="45">
                  <c:v>5.7056483372239208</c:v>
                </c:pt>
                <c:pt idx="46">
                  <c:v>5.8513146065787121</c:v>
                </c:pt>
                <c:pt idx="47">
                  <c:v>6.4373523250532179</c:v>
                </c:pt>
                <c:pt idx="48">
                  <c:v>6.3802229720183306</c:v>
                </c:pt>
                <c:pt idx="49">
                  <c:v>6.5146773909638478</c:v>
                </c:pt>
                <c:pt idx="50">
                  <c:v>6.4879923413295799</c:v>
                </c:pt>
                <c:pt idx="51">
                  <c:v>6.7456047363708382</c:v>
                </c:pt>
                <c:pt idx="52">
                  <c:v>7.0178128245199964</c:v>
                </c:pt>
                <c:pt idx="53">
                  <c:v>6.7642308814213932</c:v>
                </c:pt>
                <c:pt idx="54">
                  <c:v>7.2046706838987076</c:v>
                </c:pt>
                <c:pt idx="55">
                  <c:v>6.9872946309600357</c:v>
                </c:pt>
                <c:pt idx="56">
                  <c:v>7.3360877522953061</c:v>
                </c:pt>
                <c:pt idx="57">
                  <c:v>7.5876799596647553</c:v>
                </c:pt>
                <c:pt idx="58">
                  <c:v>7.9300079414443436</c:v>
                </c:pt>
                <c:pt idx="59">
                  <c:v>7.7334149981281231</c:v>
                </c:pt>
                <c:pt idx="60">
                  <c:v>7.8663747582975319</c:v>
                </c:pt>
                <c:pt idx="61">
                  <c:v>7.9250664515347191</c:v>
                </c:pt>
                <c:pt idx="62">
                  <c:v>7.8652204444255718</c:v>
                </c:pt>
                <c:pt idx="63">
                  <c:v>8.393304565547016</c:v>
                </c:pt>
                <c:pt idx="64">
                  <c:v>8.3513235259800211</c:v>
                </c:pt>
                <c:pt idx="65">
                  <c:v>8.6732430096529392</c:v>
                </c:pt>
                <c:pt idx="66">
                  <c:v>8.5338915594285343</c:v>
                </c:pt>
                <c:pt idx="67">
                  <c:v>8.7995722900162914</c:v>
                </c:pt>
                <c:pt idx="68">
                  <c:v>8.8086734374008113</c:v>
                </c:pt>
              </c:numCache>
            </c:numRef>
          </c:xVal>
          <c:yVal>
            <c:numRef>
              <c:f>Sheet1!$B$2:$B$70</c:f>
              <c:numCache>
                <c:formatCode>General</c:formatCode>
                <c:ptCount val="69"/>
                <c:pt idx="0">
                  <c:v>0.46581545640015976</c:v>
                </c:pt>
                <c:pt idx="1">
                  <c:v>0.62816191129398069</c:v>
                </c:pt>
                <c:pt idx="2">
                  <c:v>0.74550267715007645</c:v>
                </c:pt>
                <c:pt idx="3">
                  <c:v>1.0277411515247079</c:v>
                </c:pt>
                <c:pt idx="4">
                  <c:v>0.97420043603694073</c:v>
                </c:pt>
                <c:pt idx="5">
                  <c:v>0.8167257186366198</c:v>
                </c:pt>
                <c:pt idx="6">
                  <c:v>1.1991395929379665</c:v>
                </c:pt>
                <c:pt idx="7">
                  <c:v>1.3845989299263726</c:v>
                </c:pt>
                <c:pt idx="8">
                  <c:v>1.4194248808979799</c:v>
                </c:pt>
                <c:pt idx="9">
                  <c:v>1.5589967259972533</c:v>
                </c:pt>
                <c:pt idx="10">
                  <c:v>1.9040622395361921</c:v>
                </c:pt>
                <c:pt idx="11">
                  <c:v>1.7871885624848824</c:v>
                </c:pt>
                <c:pt idx="12">
                  <c:v>2.0514839816239876</c:v>
                </c:pt>
                <c:pt idx="13">
                  <c:v>2.1914913513574619</c:v>
                </c:pt>
                <c:pt idx="14">
                  <c:v>2.0060630361962497</c:v>
                </c:pt>
                <c:pt idx="15">
                  <c:v>2.1274118957642623</c:v>
                </c:pt>
                <c:pt idx="16">
                  <c:v>2.3120344118474616</c:v>
                </c:pt>
                <c:pt idx="17">
                  <c:v>2.5131522722229298</c:v>
                </c:pt>
                <c:pt idx="18">
                  <c:v>2.6318355801592763</c:v>
                </c:pt>
                <c:pt idx="19">
                  <c:v>2.8810972282340899</c:v>
                </c:pt>
                <c:pt idx="20">
                  <c:v>2.7405437297916699</c:v>
                </c:pt>
                <c:pt idx="21">
                  <c:v>3.1352763618984385</c:v>
                </c:pt>
                <c:pt idx="22">
                  <c:v>3.2626870683566156</c:v>
                </c:pt>
                <c:pt idx="23">
                  <c:v>3.2941846292614212</c:v>
                </c:pt>
                <c:pt idx="24">
                  <c:v>3.6712594547502659</c:v>
                </c:pt>
                <c:pt idx="25">
                  <c:v>3.7867938603237645</c:v>
                </c:pt>
                <c:pt idx="26">
                  <c:v>3.890622399928795</c:v>
                </c:pt>
                <c:pt idx="27">
                  <c:v>3.7450976370365732</c:v>
                </c:pt>
                <c:pt idx="28">
                  <c:v>4.0411193921347026</c:v>
                </c:pt>
                <c:pt idx="29">
                  <c:v>3.9530634828895552</c:v>
                </c:pt>
                <c:pt idx="30">
                  <c:v>3.9513932962951075</c:v>
                </c:pt>
                <c:pt idx="31">
                  <c:v>4.4821159216810615</c:v>
                </c:pt>
                <c:pt idx="32">
                  <c:v>4.7707077064982268</c:v>
                </c:pt>
                <c:pt idx="33">
                  <c:v>4.4966374918327787</c:v>
                </c:pt>
                <c:pt idx="34">
                  <c:v>4.5127519101531863</c:v>
                </c:pt>
                <c:pt idx="35">
                  <c:v>4.9917684656971772</c:v>
                </c:pt>
                <c:pt idx="36">
                  <c:v>4.8979168828364159</c:v>
                </c:pt>
                <c:pt idx="37">
                  <c:v>5.1369634159084949</c:v>
                </c:pt>
                <c:pt idx="38">
                  <c:v>5.2828512751692367</c:v>
                </c:pt>
                <c:pt idx="39">
                  <c:v>5.5714457719643109</c:v>
                </c:pt>
                <c:pt idx="40">
                  <c:v>5.284503306919059</c:v>
                </c:pt>
                <c:pt idx="41">
                  <c:v>5.8140494332139054</c:v>
                </c:pt>
                <c:pt idx="42">
                  <c:v>5.9428746932672922</c:v>
                </c:pt>
                <c:pt idx="43">
                  <c:v>5.8079688123125699</c:v>
                </c:pt>
                <c:pt idx="44">
                  <c:v>5.7056483372239208</c:v>
                </c:pt>
                <c:pt idx="45">
                  <c:v>5.8513146065787121</c:v>
                </c:pt>
                <c:pt idx="46">
                  <c:v>6.4373523250532179</c:v>
                </c:pt>
                <c:pt idx="47">
                  <c:v>6.3802229720183306</c:v>
                </c:pt>
                <c:pt idx="48">
                  <c:v>6.5146773909638478</c:v>
                </c:pt>
                <c:pt idx="49">
                  <c:v>6.4879923413295799</c:v>
                </c:pt>
                <c:pt idx="50">
                  <c:v>6.7456047363708382</c:v>
                </c:pt>
                <c:pt idx="51">
                  <c:v>7.0178128245199964</c:v>
                </c:pt>
                <c:pt idx="52">
                  <c:v>6.7642308814213932</c:v>
                </c:pt>
                <c:pt idx="53">
                  <c:v>7.2046706838987076</c:v>
                </c:pt>
                <c:pt idx="54">
                  <c:v>6.9872946309600357</c:v>
                </c:pt>
                <c:pt idx="55">
                  <c:v>7.3360877522953061</c:v>
                </c:pt>
                <c:pt idx="56">
                  <c:v>7.5876799596647553</c:v>
                </c:pt>
                <c:pt idx="57">
                  <c:v>7.9300079414443436</c:v>
                </c:pt>
                <c:pt idx="58">
                  <c:v>7.7334149981281231</c:v>
                </c:pt>
                <c:pt idx="59">
                  <c:v>7.8663747582975319</c:v>
                </c:pt>
                <c:pt idx="60">
                  <c:v>7.9250664515347191</c:v>
                </c:pt>
                <c:pt idx="61">
                  <c:v>7.8652204444255718</c:v>
                </c:pt>
                <c:pt idx="62">
                  <c:v>8.393304565547016</c:v>
                </c:pt>
                <c:pt idx="63">
                  <c:v>8.3513235259800211</c:v>
                </c:pt>
                <c:pt idx="64">
                  <c:v>8.6732430096529392</c:v>
                </c:pt>
                <c:pt idx="65">
                  <c:v>8.5338915594285343</c:v>
                </c:pt>
                <c:pt idx="66">
                  <c:v>8.7995722900162914</c:v>
                </c:pt>
                <c:pt idx="67">
                  <c:v>8.8086734374008113</c:v>
                </c:pt>
                <c:pt idx="68">
                  <c:v>9.2258742622144094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E6-42BB-B379-E073B3B81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Y(t)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Sheet1!$A$2:$A$70</c:f>
              <c:numCache>
                <c:formatCode>General</c:formatCode>
                <c:ptCount val="69"/>
                <c:pt idx="0">
                  <c:v>5.4828424376435576</c:v>
                </c:pt>
                <c:pt idx="1">
                  <c:v>6.9125115211273247</c:v>
                </c:pt>
                <c:pt idx="2">
                  <c:v>7.7307048561429976</c:v>
                </c:pt>
                <c:pt idx="3">
                  <c:v>8.9059180779309308</c:v>
                </c:pt>
                <c:pt idx="4">
                  <c:v>9.00139496082204</c:v>
                </c:pt>
                <c:pt idx="5">
                  <c:v>9.3504592456362712</c:v>
                </c:pt>
                <c:pt idx="6">
                  <c:v>8.9569090385760983</c:v>
                </c:pt>
                <c:pt idx="7">
                  <c:v>7.8717317573128982</c:v>
                </c:pt>
                <c:pt idx="8">
                  <c:v>6.9738876507777254</c:v>
                </c:pt>
                <c:pt idx="9">
                  <c:v>5.1269712911767087</c:v>
                </c:pt>
                <c:pt idx="10">
                  <c:v>4.1427714792897561</c:v>
                </c:pt>
                <c:pt idx="11">
                  <c:v>2.9159284205404949</c:v>
                </c:pt>
                <c:pt idx="12">
                  <c:v>1.9760889478239245</c:v>
                </c:pt>
                <c:pt idx="13">
                  <c:v>1.062299560331877</c:v>
                </c:pt>
                <c:pt idx="14">
                  <c:v>1.3959705351234737</c:v>
                </c:pt>
                <c:pt idx="15">
                  <c:v>1.7745805763420279</c:v>
                </c:pt>
                <c:pt idx="16">
                  <c:v>3.1025182965747113</c:v>
                </c:pt>
                <c:pt idx="17">
                  <c:v>3.8934618560225944</c:v>
                </c:pt>
                <c:pt idx="18">
                  <c:v>5.5959636209518466</c:v>
                </c:pt>
                <c:pt idx="19">
                  <c:v>6.9410137249976298</c:v>
                </c:pt>
                <c:pt idx="20">
                  <c:v>7.8054510636557586</c:v>
                </c:pt>
                <c:pt idx="21">
                  <c:v>8.5159797100836681</c:v>
                </c:pt>
                <c:pt idx="22">
                  <c:v>9.5081287075977734</c:v>
                </c:pt>
                <c:pt idx="23">
                  <c:v>9.0692005671109932</c:v>
                </c:pt>
                <c:pt idx="24">
                  <c:v>8.6092291516824417</c:v>
                </c:pt>
                <c:pt idx="25">
                  <c:v>7.5851791633778003</c:v>
                </c:pt>
                <c:pt idx="26">
                  <c:v>6.6054477904901141</c:v>
                </c:pt>
                <c:pt idx="27">
                  <c:v>5.5932729115542985</c:v>
                </c:pt>
                <c:pt idx="28">
                  <c:v>3.7059142381152306</c:v>
                </c:pt>
                <c:pt idx="29">
                  <c:v>2.4034549205188949</c:v>
                </c:pt>
                <c:pt idx="30">
                  <c:v>2.0752321260206505</c:v>
                </c:pt>
                <c:pt idx="31">
                  <c:v>1.2642259185197384</c:v>
                </c:pt>
                <c:pt idx="32">
                  <c:v>1.3685825055451559</c:v>
                </c:pt>
                <c:pt idx="33">
                  <c:v>2.2892045055518424</c:v>
                </c:pt>
                <c:pt idx="34">
                  <c:v>2.7178346677199512</c:v>
                </c:pt>
                <c:pt idx="35">
                  <c:v>4.0257942833969773</c:v>
                </c:pt>
                <c:pt idx="36">
                  <c:v>5.2865732539041392</c:v>
                </c:pt>
                <c:pt idx="37">
                  <c:v>7.1056110766156433</c:v>
                </c:pt>
                <c:pt idx="38">
                  <c:v>8.1839320519472452</c:v>
                </c:pt>
                <c:pt idx="39">
                  <c:v>9.1498192336191959</c:v>
                </c:pt>
                <c:pt idx="40">
                  <c:v>9.3205164586999523</c:v>
                </c:pt>
                <c:pt idx="41">
                  <c:v>9.4732936804520929</c:v>
                </c:pt>
                <c:pt idx="42">
                  <c:v>8.8373962936266661</c:v>
                </c:pt>
                <c:pt idx="43">
                  <c:v>7.5437669499402862</c:v>
                </c:pt>
                <c:pt idx="44">
                  <c:v>6.6577067243774053</c:v>
                </c:pt>
                <c:pt idx="45">
                  <c:v>5.2362358945766623</c:v>
                </c:pt>
                <c:pt idx="46">
                  <c:v>3.6923426437502007</c:v>
                </c:pt>
                <c:pt idx="47">
                  <c:v>2.8420576070243198</c:v>
                </c:pt>
                <c:pt idx="48">
                  <c:v>1.8763245353332825</c:v>
                </c:pt>
                <c:pt idx="49">
                  <c:v>1.0388011137161304</c:v>
                </c:pt>
                <c:pt idx="50">
                  <c:v>1.7499031822543087</c:v>
                </c:pt>
                <c:pt idx="51">
                  <c:v>1.8741396470593754</c:v>
                </c:pt>
                <c:pt idx="52">
                  <c:v>2.8257453184040577</c:v>
                </c:pt>
                <c:pt idx="53">
                  <c:v>4.4318379806983019</c:v>
                </c:pt>
                <c:pt idx="54">
                  <c:v>5.3761272927342656</c:v>
                </c:pt>
                <c:pt idx="55">
                  <c:v>6.6819635043016499</c:v>
                </c:pt>
                <c:pt idx="56">
                  <c:v>8.3114206439623608</c:v>
                </c:pt>
                <c:pt idx="57">
                  <c:v>8.7608582157585957</c:v>
                </c:pt>
                <c:pt idx="58">
                  <c:v>9.6698662128603861</c:v>
                </c:pt>
                <c:pt idx="59">
                  <c:v>8.904594420303324</c:v>
                </c:pt>
                <c:pt idx="60">
                  <c:v>8.5923661011749477</c:v>
                </c:pt>
                <c:pt idx="61">
                  <c:v>7.9234193761349836</c:v>
                </c:pt>
                <c:pt idx="62">
                  <c:v>6.368172853517053</c:v>
                </c:pt>
                <c:pt idx="63">
                  <c:v>5.2272611236579598</c:v>
                </c:pt>
                <c:pt idx="64">
                  <c:v>3.4635208712001395</c:v>
                </c:pt>
                <c:pt idx="65">
                  <c:v>2.3036019682145534</c:v>
                </c:pt>
                <c:pt idx="66">
                  <c:v>1.9337223949349958</c:v>
                </c:pt>
                <c:pt idx="67">
                  <c:v>1.3923439959107082</c:v>
                </c:pt>
                <c:pt idx="68">
                  <c:v>1.2902118209530351</c:v>
                </c:pt>
              </c:numCache>
            </c:numRef>
          </c:xVal>
          <c:yVal>
            <c:numRef>
              <c:f>Sheet1!$B$2:$B$70</c:f>
              <c:numCache>
                <c:formatCode>General</c:formatCode>
                <c:ptCount val="69"/>
                <c:pt idx="0">
                  <c:v>6.9125115211273247</c:v>
                </c:pt>
                <c:pt idx="1">
                  <c:v>7.7307048561429976</c:v>
                </c:pt>
                <c:pt idx="2">
                  <c:v>8.9059180779309308</c:v>
                </c:pt>
                <c:pt idx="3">
                  <c:v>9.00139496082204</c:v>
                </c:pt>
                <c:pt idx="4">
                  <c:v>9.3504592456362712</c:v>
                </c:pt>
                <c:pt idx="5">
                  <c:v>8.9569090385760983</c:v>
                </c:pt>
                <c:pt idx="6">
                  <c:v>7.8717317573128982</c:v>
                </c:pt>
                <c:pt idx="7">
                  <c:v>6.9738876507777254</c:v>
                </c:pt>
                <c:pt idx="8">
                  <c:v>5.1269712911767087</c:v>
                </c:pt>
                <c:pt idx="9">
                  <c:v>4.1427714792897561</c:v>
                </c:pt>
                <c:pt idx="10">
                  <c:v>2.9159284205404949</c:v>
                </c:pt>
                <c:pt idx="11">
                  <c:v>1.9760889478239245</c:v>
                </c:pt>
                <c:pt idx="12">
                  <c:v>1.062299560331877</c:v>
                </c:pt>
                <c:pt idx="13">
                  <c:v>1.3959705351234737</c:v>
                </c:pt>
                <c:pt idx="14">
                  <c:v>1.7745805763420279</c:v>
                </c:pt>
                <c:pt idx="15">
                  <c:v>3.1025182965747113</c:v>
                </c:pt>
                <c:pt idx="16">
                  <c:v>3.8934618560225944</c:v>
                </c:pt>
                <c:pt idx="17">
                  <c:v>5.5959636209518466</c:v>
                </c:pt>
                <c:pt idx="18">
                  <c:v>6.9410137249976298</c:v>
                </c:pt>
                <c:pt idx="19">
                  <c:v>7.8054510636557586</c:v>
                </c:pt>
                <c:pt idx="20">
                  <c:v>8.5159797100836681</c:v>
                </c:pt>
                <c:pt idx="21">
                  <c:v>9.5081287075977734</c:v>
                </c:pt>
                <c:pt idx="22">
                  <c:v>9.0692005671109932</c:v>
                </c:pt>
                <c:pt idx="23">
                  <c:v>8.6092291516824417</c:v>
                </c:pt>
                <c:pt idx="24">
                  <c:v>7.5851791633778003</c:v>
                </c:pt>
                <c:pt idx="25">
                  <c:v>6.6054477904901141</c:v>
                </c:pt>
                <c:pt idx="26">
                  <c:v>5.5932729115542985</c:v>
                </c:pt>
                <c:pt idx="27">
                  <c:v>3.7059142381152306</c:v>
                </c:pt>
                <c:pt idx="28">
                  <c:v>2.4034549205188949</c:v>
                </c:pt>
                <c:pt idx="29">
                  <c:v>2.0752321260206505</c:v>
                </c:pt>
                <c:pt idx="30">
                  <c:v>1.2642259185197384</c:v>
                </c:pt>
                <c:pt idx="31">
                  <c:v>1.3685825055451559</c:v>
                </c:pt>
                <c:pt idx="32">
                  <c:v>2.2892045055518424</c:v>
                </c:pt>
                <c:pt idx="33">
                  <c:v>2.7178346677199512</c:v>
                </c:pt>
                <c:pt idx="34">
                  <c:v>4.0257942833969773</c:v>
                </c:pt>
                <c:pt idx="35">
                  <c:v>5.2865732539041392</c:v>
                </c:pt>
                <c:pt idx="36">
                  <c:v>7.1056110766156433</c:v>
                </c:pt>
                <c:pt idx="37">
                  <c:v>8.1839320519472452</c:v>
                </c:pt>
                <c:pt idx="38">
                  <c:v>9.1498192336191959</c:v>
                </c:pt>
                <c:pt idx="39">
                  <c:v>9.3205164586999523</c:v>
                </c:pt>
                <c:pt idx="40">
                  <c:v>9.4732936804520929</c:v>
                </c:pt>
                <c:pt idx="41">
                  <c:v>8.8373962936266661</c:v>
                </c:pt>
                <c:pt idx="42">
                  <c:v>7.5437669499402862</c:v>
                </c:pt>
                <c:pt idx="43">
                  <c:v>6.6577067243774053</c:v>
                </c:pt>
                <c:pt idx="44">
                  <c:v>5.2362358945766623</c:v>
                </c:pt>
                <c:pt idx="45">
                  <c:v>3.6923426437502007</c:v>
                </c:pt>
                <c:pt idx="46">
                  <c:v>2.8420576070243198</c:v>
                </c:pt>
                <c:pt idx="47">
                  <c:v>1.8763245353332825</c:v>
                </c:pt>
                <c:pt idx="48">
                  <c:v>1.0388011137161304</c:v>
                </c:pt>
                <c:pt idx="49">
                  <c:v>1.7499031822543087</c:v>
                </c:pt>
                <c:pt idx="50">
                  <c:v>1.8741396470593754</c:v>
                </c:pt>
                <c:pt idx="51">
                  <c:v>2.8257453184040577</c:v>
                </c:pt>
                <c:pt idx="52">
                  <c:v>4.4318379806983019</c:v>
                </c:pt>
                <c:pt idx="53">
                  <c:v>5.3761272927342656</c:v>
                </c:pt>
                <c:pt idx="54">
                  <c:v>6.6819635043016499</c:v>
                </c:pt>
                <c:pt idx="55">
                  <c:v>8.3114206439623608</c:v>
                </c:pt>
                <c:pt idx="56">
                  <c:v>8.7608582157585957</c:v>
                </c:pt>
                <c:pt idx="57">
                  <c:v>9.6698662128603861</c:v>
                </c:pt>
                <c:pt idx="58">
                  <c:v>8.904594420303324</c:v>
                </c:pt>
                <c:pt idx="59">
                  <c:v>8.5923661011749477</c:v>
                </c:pt>
                <c:pt idx="60">
                  <c:v>7.9234193761349836</c:v>
                </c:pt>
                <c:pt idx="61">
                  <c:v>6.368172853517053</c:v>
                </c:pt>
                <c:pt idx="62">
                  <c:v>5.2272611236579598</c:v>
                </c:pt>
                <c:pt idx="63">
                  <c:v>3.4635208712001395</c:v>
                </c:pt>
                <c:pt idx="64">
                  <c:v>2.3036019682145534</c:v>
                </c:pt>
                <c:pt idx="65">
                  <c:v>1.9337223949349958</c:v>
                </c:pt>
                <c:pt idx="66">
                  <c:v>1.3923439959107082</c:v>
                </c:pt>
                <c:pt idx="67">
                  <c:v>1.2902118209530351</c:v>
                </c:pt>
                <c:pt idx="68">
                  <c:v>2.3229436592333483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D61-42AB-B99E-FDF85EF6C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Y(t)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C1121F"/>
              </a:solidFill>
              <a:ln w="9525" cap="flat">
                <a:solidFill>
                  <a:srgbClr val="C1121F"/>
                </a:solidFill>
                <a:prstDash val="solid"/>
                <a:round/>
              </a:ln>
              <a:effectLst/>
            </c:spPr>
          </c:marker>
          <c:xVal>
            <c:numRef>
              <c:f>Sheet1!$A$2:$A$70</c:f>
              <c:numCache>
                <c:formatCode>General</c:formatCode>
                <c:ptCount val="69"/>
                <c:pt idx="0">
                  <c:v>5.7291648862883449</c:v>
                </c:pt>
                <c:pt idx="1">
                  <c:v>5.1331361252814531</c:v>
                </c:pt>
                <c:pt idx="2">
                  <c:v>5.9068360300734639</c:v>
                </c:pt>
                <c:pt idx="3">
                  <c:v>7.4803357115015388</c:v>
                </c:pt>
                <c:pt idx="4">
                  <c:v>5.7713764356449246</c:v>
                </c:pt>
                <c:pt idx="5">
                  <c:v>4.7554354108870029</c:v>
                </c:pt>
                <c:pt idx="6">
                  <c:v>6.4530133968219161</c:v>
                </c:pt>
                <c:pt idx="7">
                  <c:v>4.3877928741276264</c:v>
                </c:pt>
                <c:pt idx="8">
                  <c:v>4.8256311872974038</c:v>
                </c:pt>
                <c:pt idx="9">
                  <c:v>1.6003103866241872</c:v>
                </c:pt>
                <c:pt idx="10">
                  <c:v>6.1986925201490521</c:v>
                </c:pt>
                <c:pt idx="11">
                  <c:v>4.391296005807817</c:v>
                </c:pt>
                <c:pt idx="12">
                  <c:v>7.2181242248043418</c:v>
                </c:pt>
                <c:pt idx="13">
                  <c:v>6.5953683573752642</c:v>
                </c:pt>
                <c:pt idx="14">
                  <c:v>4.7340543456375599</c:v>
                </c:pt>
                <c:pt idx="15">
                  <c:v>5.5269289975985885</c:v>
                </c:pt>
                <c:pt idx="16">
                  <c:v>6.5423579830676317</c:v>
                </c:pt>
                <c:pt idx="17">
                  <c:v>5.5545187462121248</c:v>
                </c:pt>
                <c:pt idx="18">
                  <c:v>6.3276939019560814</c:v>
                </c:pt>
                <c:pt idx="19">
                  <c:v>5.2576385522261262</c:v>
                </c:pt>
                <c:pt idx="20">
                  <c:v>7.6858190409839153</c:v>
                </c:pt>
                <c:pt idx="21">
                  <c:v>6.5617860369384289</c:v>
                </c:pt>
                <c:pt idx="22">
                  <c:v>-1.2868783639278263</c:v>
                </c:pt>
                <c:pt idx="23">
                  <c:v>5.5682492842897773</c:v>
                </c:pt>
                <c:pt idx="24">
                  <c:v>5.1194039415568113</c:v>
                </c:pt>
                <c:pt idx="25">
                  <c:v>6.6352129336446524</c:v>
                </c:pt>
                <c:pt idx="26">
                  <c:v>-1.4911316020879894</c:v>
                </c:pt>
                <c:pt idx="27">
                  <c:v>6.4079181188717484</c:v>
                </c:pt>
                <c:pt idx="28">
                  <c:v>5.092065985314548</c:v>
                </c:pt>
                <c:pt idx="29">
                  <c:v>4.8574378835037351</c:v>
                </c:pt>
                <c:pt idx="30">
                  <c:v>7.884377502836287</c:v>
                </c:pt>
                <c:pt idx="31">
                  <c:v>-2.2950607687234879</c:v>
                </c:pt>
                <c:pt idx="32">
                  <c:v>7.2854973524808884</c:v>
                </c:pt>
                <c:pt idx="33">
                  <c:v>5.6433476926758885</c:v>
                </c:pt>
                <c:pt idx="34">
                  <c:v>4.8973601832985878</c:v>
                </c:pt>
                <c:pt idx="35">
                  <c:v>7.144984177313745</c:v>
                </c:pt>
                <c:pt idx="36">
                  <c:v>5.5160039747133851</c:v>
                </c:pt>
                <c:pt idx="37">
                  <c:v>6.2313833720982075</c:v>
                </c:pt>
                <c:pt idx="38">
                  <c:v>4.2118072062730789</c:v>
                </c:pt>
                <c:pt idx="39">
                  <c:v>7.6372310016304255</c:v>
                </c:pt>
                <c:pt idx="40">
                  <c:v>5.6611801302060485</c:v>
                </c:pt>
                <c:pt idx="41">
                  <c:v>5.3457884453237057</c:v>
                </c:pt>
                <c:pt idx="42">
                  <c:v>6.7886497173458338</c:v>
                </c:pt>
                <c:pt idx="43">
                  <c:v>6.3090657917782664</c:v>
                </c:pt>
                <c:pt idx="44">
                  <c:v>10.856281999731436</c:v>
                </c:pt>
                <c:pt idx="45">
                  <c:v>13.662940510781482</c:v>
                </c:pt>
                <c:pt idx="46">
                  <c:v>5.065940466709435</c:v>
                </c:pt>
                <c:pt idx="47">
                  <c:v>7.3876613695174456</c:v>
                </c:pt>
                <c:pt idx="48">
                  <c:v>6.3691333252936602</c:v>
                </c:pt>
                <c:pt idx="49">
                  <c:v>5.8657229961827397</c:v>
                </c:pt>
                <c:pt idx="50">
                  <c:v>13.86406791000627</c:v>
                </c:pt>
                <c:pt idx="51">
                  <c:v>6.9649377092719078</c:v>
                </c:pt>
                <c:pt idx="52">
                  <c:v>7.225302848033607</c:v>
                </c:pt>
                <c:pt idx="53">
                  <c:v>6.6226359838619828</c:v>
                </c:pt>
                <c:pt idx="54">
                  <c:v>5.8762080669403076</c:v>
                </c:pt>
                <c:pt idx="55">
                  <c:v>-8.5789301199838519E-2</c:v>
                </c:pt>
                <c:pt idx="56">
                  <c:v>12.839081125799567</c:v>
                </c:pt>
                <c:pt idx="57">
                  <c:v>7.8507975209504366</c:v>
                </c:pt>
                <c:pt idx="58">
                  <c:v>6.4392088828608394</c:v>
                </c:pt>
                <c:pt idx="59">
                  <c:v>4.4319134615361691</c:v>
                </c:pt>
                <c:pt idx="60">
                  <c:v>6.272948038764298</c:v>
                </c:pt>
                <c:pt idx="61">
                  <c:v>-1.9036112616304308</c:v>
                </c:pt>
                <c:pt idx="62">
                  <c:v>7.9120082193985581</c:v>
                </c:pt>
                <c:pt idx="63">
                  <c:v>7.5988842621445656</c:v>
                </c:pt>
                <c:pt idx="64">
                  <c:v>6.1136558232828975</c:v>
                </c:pt>
                <c:pt idx="65">
                  <c:v>5.5813177125528455</c:v>
                </c:pt>
                <c:pt idx="66">
                  <c:v>5.1702342387288809</c:v>
                </c:pt>
                <c:pt idx="67">
                  <c:v>5.9208191214129329</c:v>
                </c:pt>
                <c:pt idx="68">
                  <c:v>4.1682814192026854</c:v>
                </c:pt>
              </c:numCache>
            </c:numRef>
          </c:xVal>
          <c:yVal>
            <c:numRef>
              <c:f>Sheet1!$B$2:$B$70</c:f>
              <c:numCache>
                <c:formatCode>General</c:formatCode>
                <c:ptCount val="69"/>
                <c:pt idx="0">
                  <c:v>5.1331361252814531</c:v>
                </c:pt>
                <c:pt idx="1">
                  <c:v>5.9068360300734639</c:v>
                </c:pt>
                <c:pt idx="2">
                  <c:v>7.4803357115015388</c:v>
                </c:pt>
                <c:pt idx="3">
                  <c:v>5.7713764356449246</c:v>
                </c:pt>
                <c:pt idx="4">
                  <c:v>4.7554354108870029</c:v>
                </c:pt>
                <c:pt idx="5">
                  <c:v>6.4530133968219161</c:v>
                </c:pt>
                <c:pt idx="6">
                  <c:v>4.3877928741276264</c:v>
                </c:pt>
                <c:pt idx="7">
                  <c:v>4.8256311872974038</c:v>
                </c:pt>
                <c:pt idx="8">
                  <c:v>1.6003103866241872</c:v>
                </c:pt>
                <c:pt idx="9">
                  <c:v>6.1986925201490521</c:v>
                </c:pt>
                <c:pt idx="10">
                  <c:v>4.391296005807817</c:v>
                </c:pt>
                <c:pt idx="11">
                  <c:v>7.2181242248043418</c:v>
                </c:pt>
                <c:pt idx="12">
                  <c:v>6.5953683573752642</c:v>
                </c:pt>
                <c:pt idx="13">
                  <c:v>4.7340543456375599</c:v>
                </c:pt>
                <c:pt idx="14">
                  <c:v>5.5269289975985885</c:v>
                </c:pt>
                <c:pt idx="15">
                  <c:v>6.5423579830676317</c:v>
                </c:pt>
                <c:pt idx="16">
                  <c:v>5.5545187462121248</c:v>
                </c:pt>
                <c:pt idx="17">
                  <c:v>6.3276939019560814</c:v>
                </c:pt>
                <c:pt idx="18">
                  <c:v>5.2576385522261262</c:v>
                </c:pt>
                <c:pt idx="19">
                  <c:v>7.6858190409839153</c:v>
                </c:pt>
                <c:pt idx="20">
                  <c:v>6.5617860369384289</c:v>
                </c:pt>
                <c:pt idx="21">
                  <c:v>-1.2868783639278263</c:v>
                </c:pt>
                <c:pt idx="22">
                  <c:v>5.5682492842897773</c:v>
                </c:pt>
                <c:pt idx="23">
                  <c:v>5.1194039415568113</c:v>
                </c:pt>
                <c:pt idx="24">
                  <c:v>6.6352129336446524</c:v>
                </c:pt>
                <c:pt idx="25">
                  <c:v>-1.4911316020879894</c:v>
                </c:pt>
                <c:pt idx="26">
                  <c:v>6.4079181188717484</c:v>
                </c:pt>
                <c:pt idx="27">
                  <c:v>5.092065985314548</c:v>
                </c:pt>
                <c:pt idx="28">
                  <c:v>4.8574378835037351</c:v>
                </c:pt>
                <c:pt idx="29">
                  <c:v>7.884377502836287</c:v>
                </c:pt>
                <c:pt idx="30">
                  <c:v>-2.2950607687234879</c:v>
                </c:pt>
                <c:pt idx="31">
                  <c:v>7.2854973524808884</c:v>
                </c:pt>
                <c:pt idx="32">
                  <c:v>5.6433476926758885</c:v>
                </c:pt>
                <c:pt idx="33">
                  <c:v>4.8973601832985878</c:v>
                </c:pt>
                <c:pt idx="34">
                  <c:v>7.144984177313745</c:v>
                </c:pt>
                <c:pt idx="35">
                  <c:v>5.5160039747133851</c:v>
                </c:pt>
                <c:pt idx="36">
                  <c:v>6.2313833720982075</c:v>
                </c:pt>
                <c:pt idx="37">
                  <c:v>4.2118072062730789</c:v>
                </c:pt>
                <c:pt idx="38">
                  <c:v>7.6372310016304255</c:v>
                </c:pt>
                <c:pt idx="39">
                  <c:v>5.6611801302060485</c:v>
                </c:pt>
                <c:pt idx="40">
                  <c:v>5.3457884453237057</c:v>
                </c:pt>
                <c:pt idx="41">
                  <c:v>6.7886497173458338</c:v>
                </c:pt>
                <c:pt idx="42">
                  <c:v>6.3090657917782664</c:v>
                </c:pt>
                <c:pt idx="43">
                  <c:v>10.856281999731436</c:v>
                </c:pt>
                <c:pt idx="44">
                  <c:v>13.662940510781482</c:v>
                </c:pt>
                <c:pt idx="45">
                  <c:v>5.065940466709435</c:v>
                </c:pt>
                <c:pt idx="46">
                  <c:v>7.3876613695174456</c:v>
                </c:pt>
                <c:pt idx="47">
                  <c:v>6.3691333252936602</c:v>
                </c:pt>
                <c:pt idx="48">
                  <c:v>5.8657229961827397</c:v>
                </c:pt>
                <c:pt idx="49">
                  <c:v>13.86406791000627</c:v>
                </c:pt>
                <c:pt idx="50">
                  <c:v>6.9649377092719078</c:v>
                </c:pt>
                <c:pt idx="51">
                  <c:v>7.225302848033607</c:v>
                </c:pt>
                <c:pt idx="52">
                  <c:v>6.6226359838619828</c:v>
                </c:pt>
                <c:pt idx="53">
                  <c:v>5.8762080669403076</c:v>
                </c:pt>
                <c:pt idx="54">
                  <c:v>-8.5789301199838519E-2</c:v>
                </c:pt>
                <c:pt idx="55">
                  <c:v>12.839081125799567</c:v>
                </c:pt>
                <c:pt idx="56">
                  <c:v>7.8507975209504366</c:v>
                </c:pt>
                <c:pt idx="57">
                  <c:v>6.4392088828608394</c:v>
                </c:pt>
                <c:pt idx="58">
                  <c:v>4.4319134615361691</c:v>
                </c:pt>
                <c:pt idx="59">
                  <c:v>6.272948038764298</c:v>
                </c:pt>
                <c:pt idx="60">
                  <c:v>-1.9036112616304308</c:v>
                </c:pt>
                <c:pt idx="61">
                  <c:v>7.9120082193985581</c:v>
                </c:pt>
                <c:pt idx="62">
                  <c:v>7.5988842621445656</c:v>
                </c:pt>
                <c:pt idx="63">
                  <c:v>6.1136558232828975</c:v>
                </c:pt>
                <c:pt idx="64">
                  <c:v>5.5813177125528455</c:v>
                </c:pt>
                <c:pt idx="65">
                  <c:v>5.1702342387288809</c:v>
                </c:pt>
                <c:pt idx="66">
                  <c:v>5.9208191214129329</c:v>
                </c:pt>
                <c:pt idx="67">
                  <c:v>4.1682814192026854</c:v>
                </c:pt>
                <c:pt idx="68">
                  <c:v>6.7986790323629975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9F7-47F6-ADB2-1536436DC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225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5241" y="521482"/>
            <a:ext cx="34837" cy="34837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8109763" y="1374631"/>
            <a:ext cx="63964" cy="63964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14663" y="1084611"/>
            <a:ext cx="50544" cy="50544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65958" y="1116660"/>
            <a:ext cx="42973" cy="42973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69302" y="1263218"/>
            <a:ext cx="65371" cy="65371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32706" y="1101906"/>
            <a:ext cx="39134" cy="3913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8389370" y="1585768"/>
            <a:ext cx="55705" cy="5570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53491" y="1206034"/>
            <a:ext cx="48827" cy="48827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60134" y="1359849"/>
            <a:ext cx="56452" cy="56452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32751" y="1438806"/>
            <a:ext cx="76716" cy="76716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86392" y="1476018"/>
            <a:ext cx="72136" cy="721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37128" y="1506837"/>
            <a:ext cx="38572" cy="38572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96" y="1554227"/>
            <a:ext cx="45306" cy="45306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10723" y="1947147"/>
            <a:ext cx="66837" cy="66837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09068" y="1642706"/>
            <a:ext cx="73744" cy="73744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55827" y="2104776"/>
            <a:ext cx="60425" cy="60425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9073541" y="2282948"/>
            <a:ext cx="76169" cy="76169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24654" y="2314596"/>
            <a:ext cx="74121" cy="74121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70484" y="2554621"/>
            <a:ext cx="33832" cy="33832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103246" y="2105899"/>
            <a:ext cx="48325" cy="4832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266313" y="2383845"/>
            <a:ext cx="32926" cy="3292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9214464" y="2188980"/>
            <a:ext cx="67118" cy="67118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388682" y="2491459"/>
            <a:ext cx="51513" cy="51513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96635" y="2648157"/>
            <a:ext cx="75265" cy="7526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653939" y="2913425"/>
            <a:ext cx="63473" cy="63473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89134" y="2690054"/>
            <a:ext cx="48296" cy="48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9590450" y="2612150"/>
            <a:ext cx="38098" cy="38098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945127" y="3311639"/>
            <a:ext cx="46745" cy="4674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752296" y="2806612"/>
            <a:ext cx="60909" cy="60909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877332" y="3000890"/>
            <a:ext cx="33999" cy="33999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075916" y="3356977"/>
            <a:ext cx="74129" cy="74129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97523" y="3323712"/>
            <a:ext cx="69795" cy="6979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208285" y="3486588"/>
            <a:ext cx="74061" cy="74061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082921" y="3129988"/>
            <a:ext cx="56232" cy="56232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349040" y="3634651"/>
            <a:ext cx="72743" cy="72743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534403" y="3961648"/>
            <a:ext cx="70315" cy="70315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1928" y="3743403"/>
            <a:ext cx="76072" cy="76072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679945" y="4120242"/>
            <a:ext cx="57085" cy="5708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696940" y="4076832"/>
            <a:ext cx="32265" cy="3226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657808" y="3909940"/>
            <a:ext cx="47003" cy="47003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805448" y="4153949"/>
            <a:ext cx="57127" cy="57127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888329" y="4255487"/>
            <a:ext cx="76669" cy="76669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887448" y="4172749"/>
            <a:ext cx="69639" cy="69639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912281" y="4146583"/>
            <a:ext cx="61372" cy="61372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096629" y="4471349"/>
            <a:ext cx="57228" cy="57228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012243" y="4204900"/>
            <a:ext cx="42832" cy="428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72882" y="4037506"/>
            <a:ext cx="33105" cy="3310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386021" y="4865612"/>
            <a:ext cx="70106" cy="70106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343103" y="4690392"/>
            <a:ext cx="32662" cy="32662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410311" y="4757450"/>
            <a:ext cx="59203" cy="59203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517628" y="4912747"/>
            <a:ext cx="77489" cy="77489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3" name="Shape 51"/>
          <p:cNvSpPr/>
          <p:nvPr/>
        </p:nvSpPr>
        <p:spPr>
          <a:xfrm>
            <a:off x="11428603" y="4636092"/>
            <a:ext cx="77097" cy="77097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636145" y="5011886"/>
            <a:ext cx="68805" cy="68805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698281" y="5067786"/>
            <a:ext cx="69958" cy="69958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592255" y="4753728"/>
            <a:ext cx="77459" cy="77459"/>
          </a:xfrm>
          <a:prstGeom prst="ellipse">
            <a:avLst/>
          </a:prstGeom>
          <a:solidFill>
            <a:srgbClr val="3E5C8A">
              <a:alpha val="7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DIAGNOSTICS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9436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Plots</a:t>
            </a:r>
            <a:endParaRPr lang="en-US" sz="6000" dirty="0"/>
          </a:p>
        </p:txBody>
      </p:sp>
      <p:sp>
        <p:nvSpPr>
          <p:cNvPr id="59" name="Text 57"/>
          <p:cNvSpPr/>
          <p:nvPr/>
        </p:nvSpPr>
        <p:spPr>
          <a:xfrm>
            <a:off x="735801" y="5080691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bg2"/>
                </a:solidFill>
              </a:rPr>
              <a:t>NAME : O.S.SABIHA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bg2"/>
                </a:solidFill>
              </a:rPr>
              <a:t>REG NO: 192424264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0080" y="4839585"/>
            <a:ext cx="18288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Lag Plot?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 plot is a scatter plot that plots a time series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itself, shifted in time</a:t>
            </a: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Each point compares a value Y(t) to an earlier value Y(t-k), where k is the lag.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108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axis:  Y(t)          Horizontal axis:  Y(t − 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930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case: lag = 1, comparing each value to the one immediately before it.</a:t>
            </a:r>
            <a:endParaRPr lang="en-US" sz="1250" dirty="0"/>
          </a:p>
        </p:txBody>
      </p:sp>
      <p:pic>
        <p:nvPicPr>
          <p:cNvPr id="9" name="Image 0" descr="/home/claude/lagplot/icon_scatt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43159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series were plotted only against time, subtle repeating structure is easy to miss — the lag plot exposes it directly.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325880"/>
            <a:ext cx="5532120" cy="4846320"/>
          </a:xfrm>
          <a:prstGeom prst="roundRect">
            <a:avLst>
              <a:gd name="adj" fmla="val 1132"/>
            </a:avLst>
          </a:prstGeom>
          <a:solidFill>
            <a:srgbClr val="21295C"/>
          </a:solidFill>
          <a:ln/>
          <a:effectLst>
            <a:outerShdw blurRad="127000" dist="38100" dir="5400000" algn="bl" rotWithShape="0">
              <a:srgbClr val="1B2A33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LAG-1 PLOT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355080" y="1920240"/>
          <a:ext cx="50749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Lag Plots?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lagplot/icon_shuff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2265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7180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for Randomness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use: confirm a dataset has no leftover time-based structure before modeling.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lagplot/icon_wav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64" y="22265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297180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Autocorrelation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3931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whether consecutive values are correlated — essential before applying many statistical tests.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lagplot/icon_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404" y="222656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297180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Outliers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7395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far from the main cloud stand out clearly, flagging unusual or erroneous observations.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5256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0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/home/claude/lagplot/icon_char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222656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297180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Reveal Seasonality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0859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or sinusoidal shapes expose periodic behavior hidden in a simple time-series line chart.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Construct a Lag Plot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581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time series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192938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ordered sequence Y₁, Y₂, Y₃, …, Yₙ measured at regular intervals.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7260" y="2404872"/>
            <a:ext cx="0" cy="329184"/>
          </a:xfrm>
          <a:prstGeom prst="line">
            <a:avLst/>
          </a:prstGeom>
          <a:noFill/>
          <a:ln w="19050">
            <a:solidFill>
              <a:srgbClr val="D8E2E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71576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157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lag, 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30449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many steps back to compare — typically k = 1 for the first, simplest check.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7260" y="3520440"/>
            <a:ext cx="0" cy="329184"/>
          </a:xfrm>
          <a:prstGeom prst="line">
            <a:avLst/>
          </a:prstGeom>
          <a:noFill/>
          <a:ln w="19050">
            <a:solidFill>
              <a:srgbClr val="D8E2E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3831336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3133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3813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paired values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4160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ordered pairs (Yₜ₋ₖ, Yₜ) for every valid time step t in the series.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260" y="4636008"/>
            <a:ext cx="0" cy="329184"/>
          </a:xfrm>
          <a:prstGeom prst="line">
            <a:avLst/>
          </a:prstGeom>
          <a:noFill/>
          <a:ln w="19050">
            <a:solidFill>
              <a:srgbClr val="D8E2E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4946904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46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9286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the pairs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08760" y="52760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Yₜ₋ₖ on the horizontal axis and Yₜ on the vertical axis as a scatter plot.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B2A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(k = 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05472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27264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49056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49056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70848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0848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692640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314432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14432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936224" y="2240280"/>
            <a:ext cx="621792" cy="384048"/>
          </a:xfrm>
          <a:prstGeom prst="rect">
            <a:avLst/>
          </a:prstGeom>
          <a:solidFill>
            <a:srgbClr val="065A82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36224" y="2240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0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Y(t)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205472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5472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827264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27264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449056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49056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070848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0848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692640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92640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0314432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14432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0936224" y="2624328"/>
            <a:ext cx="6217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36224" y="26243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583680" y="3246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formed:  (4,7)  (7,6)  (6,9)  (9,8)  (8,11)  (10,—? → n−1 pairs total)</a:t>
            </a:r>
            <a:endParaRPr lang="en-US" sz="1150" dirty="0"/>
          </a:p>
        </p:txBody>
      </p:sp>
      <p:graphicFrame>
        <p:nvGraphicFramePr>
          <p:cNvPr id="59" name="Chart 0"/>
          <p:cNvGraphicFramePr/>
          <p:nvPr/>
        </p:nvGraphicFramePr>
        <p:xfrm>
          <a:off x="6537960" y="3749040"/>
          <a:ext cx="48920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Four Classic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2423160"/>
          </a:xfrm>
          <a:prstGeom prst="roundRect">
            <a:avLst>
              <a:gd name="adj" fmla="val 1887"/>
            </a:avLst>
          </a:prstGeom>
          <a:solidFill>
            <a:srgbClr val="F4F8FA"/>
          </a:solidFill>
          <a:ln/>
          <a:effectLst>
            <a:outerShdw blurRad="63500" dist="19050" dir="5400000" algn="bl" rotWithShape="0">
              <a:srgbClr val="1B2A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81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/ No Structure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→ data behaves randomly (ideal for many models)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273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PLOT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657600" y="1490472"/>
          <a:ext cx="2240280" cy="2276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1417320"/>
            <a:ext cx="5440680" cy="2423160"/>
          </a:xfrm>
          <a:prstGeom prst="roundRect">
            <a:avLst>
              <a:gd name="adj" fmla="val 1887"/>
            </a:avLst>
          </a:prstGeom>
          <a:solidFill>
            <a:srgbClr val="F4F8FA"/>
          </a:solidFill>
          <a:ln/>
          <a:effectLst>
            <a:outerShdw blurRad="63500" dist="19050" dir="5400000" algn="bl" rotWithShape="0">
              <a:srgbClr val="1B2A33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1581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Trend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537960" y="1984248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diagonal line → strong positive autocorrelation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37960" y="3273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748272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PLOT</a:t>
            </a:r>
            <a:endParaRPr lang="en-US" sz="9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9418320" y="1490472"/>
          <a:ext cx="2240280" cy="2276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548640" y="4069080"/>
            <a:ext cx="5440680" cy="2423160"/>
          </a:xfrm>
          <a:prstGeom prst="roundRect">
            <a:avLst>
              <a:gd name="adj" fmla="val 1887"/>
            </a:avLst>
          </a:prstGeom>
          <a:solidFill>
            <a:srgbClr val="F4F8FA"/>
          </a:solidFill>
          <a:ln/>
          <a:effectLst>
            <a:outerShdw blurRad="63500" dist="19050" dir="5400000" algn="bl" rotWithShape="0">
              <a:srgbClr val="1B2A33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77240" y="4233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Cyclical / Sinusoidal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77240" y="4636008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shape → seasonal or periodic behavior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77240" y="59253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1" name="Text 17"/>
          <p:cNvSpPr/>
          <p:nvPr/>
        </p:nvSpPr>
        <p:spPr>
          <a:xfrm>
            <a:off x="987552" y="5870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PLOT</a:t>
            </a:r>
            <a:endParaRPr lang="en-US" sz="900" dirty="0"/>
          </a:p>
        </p:txBody>
      </p:sp>
      <p:graphicFrame>
        <p:nvGraphicFramePr>
          <p:cNvPr id="22" name="Chart 2"/>
          <p:cNvGraphicFramePr/>
          <p:nvPr/>
        </p:nvGraphicFramePr>
        <p:xfrm>
          <a:off x="3657600" y="4142232"/>
          <a:ext cx="2240280" cy="2276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Shape 18"/>
          <p:cNvSpPr/>
          <p:nvPr/>
        </p:nvSpPr>
        <p:spPr>
          <a:xfrm>
            <a:off x="6309360" y="4069080"/>
            <a:ext cx="5440680" cy="2423160"/>
          </a:xfrm>
          <a:prstGeom prst="roundRect">
            <a:avLst>
              <a:gd name="adj" fmla="val 1887"/>
            </a:avLst>
          </a:prstGeom>
          <a:solidFill>
            <a:srgbClr val="F4F8FA"/>
          </a:solidFill>
          <a:ln/>
          <a:effectLst>
            <a:outerShdw blurRad="63500" dist="19050" dir="5400000" algn="bl" rotWithShape="0">
              <a:srgbClr val="1B2A33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537960" y="4233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Present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537960" y="4636008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 points → anomalies breaking the main pattern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537960" y="59253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1121F"/>
          </a:solidFill>
          <a:ln/>
        </p:spPr>
      </p:sp>
      <p:sp>
        <p:nvSpPr>
          <p:cNvPr id="27" name="Text 22"/>
          <p:cNvSpPr/>
          <p:nvPr/>
        </p:nvSpPr>
        <p:spPr>
          <a:xfrm>
            <a:off x="6748272" y="5870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PLOT</a:t>
            </a:r>
            <a:endParaRPr lang="en-US" sz="900" dirty="0"/>
          </a:p>
        </p:txBody>
      </p:sp>
      <p:graphicFrame>
        <p:nvGraphicFramePr>
          <p:cNvPr id="28" name="Chart 3"/>
          <p:cNvGraphicFramePr/>
          <p:nvPr/>
        </p:nvGraphicFramePr>
        <p:xfrm>
          <a:off x="9418320" y="4142232"/>
          <a:ext cx="2240280" cy="2276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Lag Plots Are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2A376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lagplot/icon_chartli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2265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Markets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whether stock returns are independent from one day to the next before building forecasting models.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2A3768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20574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lagplot/icon_industr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64" y="22265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that manufacturing process measurements are random over time, with no drift or cycle.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2A3768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20574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lagplot/icon_clou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404" y="222656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&amp; Weather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seasonal temperature or rainfall cycles hidden inside long environmental records.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5256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2A3768"/>
          </a:solidFill>
          <a:ln/>
        </p:spPr>
      </p:sp>
      <p:sp>
        <p:nvSpPr>
          <p:cNvPr id="21" name="Shape 16"/>
          <p:cNvSpPr/>
          <p:nvPr/>
        </p:nvSpPr>
        <p:spPr>
          <a:xfrm>
            <a:off x="9326880" y="20574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/home/claude/lagplot/icon_chi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222656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&amp; IoT Data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08592" y="3611880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raw sensor streams for autocorrelation or faulty repeating patterns before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</p:sp>
      <p:pic>
        <p:nvPicPr>
          <p:cNvPr id="6" name="Image 0" descr="/home/claude/lagplot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5237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39572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construct — no complex statistics required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30098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1729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visual — patterns are easy to spot by eye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0782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95020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as a first, quick randomness check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48554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7274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outliers and structure other plots may hide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</p:sp>
      <p:pic>
        <p:nvPicPr>
          <p:cNvPr id="17" name="Image 1" descr="/home/claude/lagplot/icon_xmar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6583680" y="2523744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6"/>
          <p:cNvSpPr/>
          <p:nvPr/>
        </p:nvSpPr>
        <p:spPr>
          <a:xfrm>
            <a:off x="6903720" y="239572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one lag at a time — higher lags need separate plots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83680" y="3300984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18"/>
          <p:cNvSpPr/>
          <p:nvPr/>
        </p:nvSpPr>
        <p:spPr>
          <a:xfrm>
            <a:off x="6903720" y="31729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is visual, not a formal statistical test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0" y="4078224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4" name="Text 20"/>
          <p:cNvSpPr/>
          <p:nvPr/>
        </p:nvSpPr>
        <p:spPr>
          <a:xfrm>
            <a:off x="6903720" y="395020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less clear on small or very noisy datasets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83680" y="4855464"/>
            <a:ext cx="128016" cy="12801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2"/>
          <p:cNvSpPr/>
          <p:nvPr/>
        </p:nvSpPr>
        <p:spPr>
          <a:xfrm>
            <a:off x="6903720" y="47274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quantify the strength of the relationship on its own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57A99-D586-B5D1-F29E-2EC690420A9F}"/>
              </a:ext>
            </a:extLst>
          </p:cNvPr>
          <p:cNvSpPr txBox="1"/>
          <p:nvPr/>
        </p:nvSpPr>
        <p:spPr>
          <a:xfrm>
            <a:off x="3047223" y="2704795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2151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E53804-1AAB-8F9C-0F84-7F8193FF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63" y="550506"/>
            <a:ext cx="9144000" cy="575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608</Words>
  <Application>Microsoft Office PowerPoint</Application>
  <PresentationFormat>Widescreen</PresentationFormat>
  <Paragraphs>105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tasleem</cp:lastModifiedBy>
  <cp:revision>4</cp:revision>
  <dcterms:created xsi:type="dcterms:W3CDTF">2026-08-05T03:56:03Z</dcterms:created>
  <dcterms:modified xsi:type="dcterms:W3CDTF">2026-08-05T17:56:39Z</dcterms:modified>
</cp:coreProperties>
</file>